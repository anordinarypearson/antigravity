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Crafting Engaging Presentations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 to Captivating Your Audience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Presentation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your audience is key to a successful presentation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core message to be conveyed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clear objectives for the presentation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Your Presentation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compelling opening to grab attention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Organizing content in a logical and coherent manner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storytelling techniques to engage the audience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Elements and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appropriate colors and typography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Incorporating images, charts, and graphs effectively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consistency in design throughout the presentation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Use of Multimedia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videos to enhance engagement and understanding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animations and transitions judiciously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all multimedia elements support the message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and Practice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Rehearsing the presentation to build confidence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eye contact and varying tone of voice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questions and feedback from the audience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 the key takeaways from the presentation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a clear call to action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Offering additional resources for further learning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2026-06-26T09:25:13Z</dcterms:created>
  <dcterms:modified xsi:type="dcterms:W3CDTF">2026-06-26T09:25:13Z</dcterms:modified>
</cp:coreProperties>
</file>